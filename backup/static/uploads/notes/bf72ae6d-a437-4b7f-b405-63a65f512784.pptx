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7 Ways to Connect FastAPI Backend With HTML/CSS/JS Frontend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Expanded Detailed Version • Architecture • Pros &amp; Cons • Use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REST API (Fetch 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• The browser frontend communicates with FastAPI using HTTP requests via fetch().</a:t>
            </a:r>
          </a:p>
          <a:p>
            <a:r>
              <a:t>• Backend returns JSON responses.</a:t>
            </a:r>
          </a:p>
          <a:p/>
          <a:p>
            <a:r>
              <a:t>How It Works:</a:t>
            </a:r>
          </a:p>
          <a:p>
            <a:r>
              <a:t>1. User triggers button/form in HTML</a:t>
            </a:r>
          </a:p>
          <a:p>
            <a:r>
              <a:t>2. JavaScript fetch() sends data → FastAPI</a:t>
            </a:r>
          </a:p>
          <a:p>
            <a:r>
              <a:t>3. FastAPI processes &amp; returns JSON</a:t>
            </a:r>
          </a:p>
          <a:p>
            <a:r>
              <a:t>4. JS updates DOM based on response</a:t>
            </a:r>
          </a:p>
          <a:p/>
          <a:p>
            <a:r>
              <a:t>Pros:</a:t>
            </a:r>
          </a:p>
          <a:p>
            <a:r>
              <a:t>• Easiest &amp; recommended method</a:t>
            </a:r>
          </a:p>
          <a:p>
            <a:r>
              <a:t>• Clean separation of concerns</a:t>
            </a:r>
          </a:p>
          <a:p>
            <a:r>
              <a:t>• Works with any HTML/CSS/JS</a:t>
            </a:r>
          </a:p>
          <a:p>
            <a:r>
              <a:t>• Good for JWT Auth systems</a:t>
            </a:r>
          </a:p>
          <a:p>
            <a:r>
              <a:t>• Highly scalable</a:t>
            </a:r>
          </a:p>
          <a:p/>
          <a:p>
            <a:r>
              <a:t>Cons:</a:t>
            </a:r>
          </a:p>
          <a:p>
            <a:r>
              <a:t>• Requires JS knowledge</a:t>
            </a:r>
          </a:p>
          <a:p>
            <a:r>
              <a:t>• SEO depends on frontend</a:t>
            </a:r>
          </a:p>
          <a:p/>
          <a:p>
            <a:r>
              <a:t>Best Use Cases:</a:t>
            </a:r>
          </a:p>
          <a:p>
            <a:r>
              <a:t>• Dashboards</a:t>
            </a:r>
          </a:p>
          <a:p>
            <a:r>
              <a:t>• Login/Register systems</a:t>
            </a:r>
          </a:p>
          <a:p>
            <a:r>
              <a:t>• Blogs/Portfolios</a:t>
            </a:r>
          </a:p>
          <a:p>
            <a:r>
              <a:t>• Admin panels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AJAX (XMLHttpRequest)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• Old method for async requests before fetch API.</a:t>
            </a:r>
          </a:p>
          <a:p/>
          <a:p>
            <a:r>
              <a:t>How It Works:</a:t>
            </a:r>
          </a:p>
          <a:p>
            <a:r>
              <a:t>• Uses XMLHttpRequest object to call FastAPI endpoints.</a:t>
            </a:r>
          </a:p>
          <a:p/>
          <a:p>
            <a:r>
              <a:t>Pros:</a:t>
            </a:r>
          </a:p>
          <a:p>
            <a:r>
              <a:t>• Works on older browsers</a:t>
            </a:r>
          </a:p>
          <a:p>
            <a:r>
              <a:t>• Good for legacy systems</a:t>
            </a:r>
          </a:p>
          <a:p/>
          <a:p>
            <a:r>
              <a:t>Cons:</a:t>
            </a:r>
          </a:p>
          <a:p>
            <a:r>
              <a:t>• Harder to write than fetch()</a:t>
            </a:r>
          </a:p>
          <a:p>
            <a:r>
              <a:t>• Verbose &amp; outdated</a:t>
            </a:r>
          </a:p>
          <a:p/>
          <a:p>
            <a:r>
              <a:t>Use Cases:</a:t>
            </a:r>
          </a:p>
          <a:p>
            <a:r>
              <a:t>• Maintaining old websites</a:t>
            </a:r>
          </a:p>
          <a:p>
            <a:r>
              <a:t>• Simple dynamic content updates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WebSockets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• Bidirectional continuous communication between server &amp; client.</a:t>
            </a:r>
          </a:p>
          <a:p/>
          <a:p>
            <a:r>
              <a:t>How It Works:</a:t>
            </a:r>
          </a:p>
          <a:p>
            <a:r>
              <a:t>• Client opens socket → FastAPI</a:t>
            </a:r>
          </a:p>
          <a:p>
            <a:r>
              <a:t>• Both can send/receive instantly</a:t>
            </a:r>
          </a:p>
          <a:p/>
          <a:p>
            <a:r>
              <a:t>Pros:</a:t>
            </a:r>
          </a:p>
          <a:p>
            <a:r>
              <a:t>• Real-time updates without refresh</a:t>
            </a:r>
          </a:p>
          <a:p>
            <a:r>
              <a:t>• Perfect for apps needing fast data flow</a:t>
            </a:r>
          </a:p>
          <a:p/>
          <a:p>
            <a:r>
              <a:t>Cons:</a:t>
            </a:r>
          </a:p>
          <a:p>
            <a:r>
              <a:t>• Harder to implement than REST</a:t>
            </a:r>
          </a:p>
          <a:p>
            <a:r>
              <a:t>• Requires async logic</a:t>
            </a:r>
          </a:p>
          <a:p>
            <a:r>
              <a:t>• Cannot be cached</a:t>
            </a:r>
          </a:p>
          <a:p/>
          <a:p>
            <a:r>
              <a:t>Use Cases:</a:t>
            </a:r>
          </a:p>
          <a:p>
            <a:r>
              <a:t>• Chat apps</a:t>
            </a:r>
          </a:p>
          <a:p>
            <a:r>
              <a:t>• Live notifications</a:t>
            </a:r>
          </a:p>
          <a:p>
            <a:r>
              <a:t>• Multiplayer games</a:t>
            </a:r>
          </a:p>
          <a:p>
            <a:r>
              <a:t>• Live dashboards (stocks, crypto)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Server-Side Templating (Jinja2)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• FastAPI renders HTML pages using Jinja2 without JavaScript.</a:t>
            </a:r>
          </a:p>
          <a:p/>
          <a:p>
            <a:r>
              <a:t>How It Works:</a:t>
            </a:r>
          </a:p>
          <a:p>
            <a:r>
              <a:t>• Backend sends fully rendered HTML</a:t>
            </a:r>
          </a:p>
          <a:p>
            <a:r>
              <a:t>• No JS needed for simple sites</a:t>
            </a:r>
          </a:p>
          <a:p/>
          <a:p>
            <a:r>
              <a:t>Pros:</a:t>
            </a:r>
          </a:p>
          <a:p>
            <a:r>
              <a:t>• Extremely simple</a:t>
            </a:r>
          </a:p>
          <a:p>
            <a:r>
              <a:t>• SEO friendly</a:t>
            </a:r>
          </a:p>
          <a:p>
            <a:r>
              <a:t>• Fast rendering</a:t>
            </a:r>
          </a:p>
          <a:p/>
          <a:p>
            <a:r>
              <a:t>Cons:</a:t>
            </a:r>
          </a:p>
          <a:p>
            <a:r>
              <a:t>• Not good for interactive apps</a:t>
            </a:r>
          </a:p>
          <a:p>
            <a:r>
              <a:t>• Hard to scale</a:t>
            </a:r>
          </a:p>
          <a:p/>
          <a:p>
            <a:r>
              <a:t>Use Cases:</a:t>
            </a:r>
          </a:p>
          <a:p>
            <a:r>
              <a:t>• Small websites</a:t>
            </a:r>
          </a:p>
          <a:p>
            <a:r>
              <a:t>• Static pages (About, Contact)</a:t>
            </a:r>
          </a:p>
          <a:p>
            <a:r>
              <a:t>• Admin dashboards without SPA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HTMX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• HTML attributes automatically trigger backend requests.</a:t>
            </a:r>
          </a:p>
          <a:p>
            <a:r>
              <a:t>• Write no or very little JavaScript.</a:t>
            </a:r>
          </a:p>
          <a:p/>
          <a:p>
            <a:r>
              <a:t>How It Works:</a:t>
            </a:r>
          </a:p>
          <a:p>
            <a:r>
              <a:t>&lt;button hx-get="/api/data" hx-target="#box"&gt;</a:t>
            </a:r>
          </a:p>
          <a:p/>
          <a:p>
            <a:r>
              <a:t>Pros:</a:t>
            </a:r>
          </a:p>
          <a:p>
            <a:r>
              <a:t>• Very easy</a:t>
            </a:r>
          </a:p>
          <a:p>
            <a:r>
              <a:t>• Less JS to manage</a:t>
            </a:r>
          </a:p>
          <a:p>
            <a:r>
              <a:t>• Works well with FastAPI</a:t>
            </a:r>
          </a:p>
          <a:p/>
          <a:p>
            <a:r>
              <a:t>Cons:</a:t>
            </a:r>
          </a:p>
          <a:p>
            <a:r>
              <a:t>• Not suitable for very complex UI</a:t>
            </a:r>
          </a:p>
          <a:p>
            <a:r>
              <a:t>• Learning curve for attributes</a:t>
            </a:r>
          </a:p>
          <a:p/>
          <a:p>
            <a:r>
              <a:t>Use Cases:</a:t>
            </a:r>
          </a:p>
          <a:p>
            <a:r>
              <a:t>• CRUD apps</a:t>
            </a:r>
          </a:p>
          <a:p>
            <a:r>
              <a:t>• Admin panel</a:t>
            </a:r>
          </a:p>
          <a:p>
            <a:r>
              <a:t>• Dashboard with partial updates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React / Vue / Angular + 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• Modern frontend frameworks interact with FastAPI using REST API or Axios.</a:t>
            </a:r>
          </a:p>
          <a:p/>
          <a:p>
            <a:r>
              <a:t>How It Works:</a:t>
            </a:r>
          </a:p>
          <a:p>
            <a:r>
              <a:t>• Frontend = SPA (Single Page App)</a:t>
            </a:r>
          </a:p>
          <a:p>
            <a:r>
              <a:t>• Backend = API</a:t>
            </a:r>
          </a:p>
          <a:p/>
          <a:p>
            <a:r>
              <a:t>Pros:</a:t>
            </a:r>
          </a:p>
          <a:p>
            <a:r>
              <a:t>• Best for large applications</a:t>
            </a:r>
          </a:p>
          <a:p>
            <a:r>
              <a:t>• Amazing UI/UX possibilities</a:t>
            </a:r>
          </a:p>
          <a:p>
            <a:r>
              <a:t>• Easy state management</a:t>
            </a:r>
          </a:p>
          <a:p/>
          <a:p>
            <a:r>
              <a:t>Cons:</a:t>
            </a:r>
          </a:p>
          <a:p>
            <a:r>
              <a:t>• Build tools required</a:t>
            </a:r>
          </a:p>
          <a:p>
            <a:r>
              <a:t>• Higher learning curve</a:t>
            </a:r>
          </a:p>
          <a:p>
            <a:r>
              <a:t>• Deployment slightly complex</a:t>
            </a:r>
          </a:p>
          <a:p/>
          <a:p>
            <a:r>
              <a:t>Use Cases:</a:t>
            </a:r>
          </a:p>
          <a:p>
            <a:r>
              <a:t>• Large admin dashboards</a:t>
            </a:r>
          </a:p>
          <a:p>
            <a:r>
              <a:t>• Social networks</a:t>
            </a:r>
          </a:p>
          <a:p>
            <a:r>
              <a:t>• E‑commerce systems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Mobile Apps / External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• Android, iOS, IoT devices, or other external systems consume FastAPI endpoints.</a:t>
            </a:r>
          </a:p>
          <a:p/>
          <a:p>
            <a:r>
              <a:t>How It Works:</a:t>
            </a:r>
          </a:p>
          <a:p>
            <a:r>
              <a:t>• FastAPI exposes REST/WebSocket endpoints</a:t>
            </a:r>
          </a:p>
          <a:p>
            <a:r>
              <a:t>• Mobile/desktop apps call them</a:t>
            </a:r>
          </a:p>
          <a:p/>
          <a:p>
            <a:r>
              <a:t>Pros:</a:t>
            </a:r>
          </a:p>
          <a:p>
            <a:r>
              <a:t>• Same backend for multiple platforms</a:t>
            </a:r>
          </a:p>
          <a:p>
            <a:r>
              <a:t>• Very scalable</a:t>
            </a:r>
          </a:p>
          <a:p/>
          <a:p>
            <a:r>
              <a:t>Cons:</a:t>
            </a:r>
          </a:p>
          <a:p>
            <a:r>
              <a:t>• Need app development skills</a:t>
            </a:r>
          </a:p>
          <a:p>
            <a:r>
              <a:t>• Must secure API properly (JWT, OAuth2)</a:t>
            </a:r>
          </a:p>
          <a:p/>
          <a:p>
            <a:r>
              <a:t>Use Cases:</a:t>
            </a:r>
          </a:p>
          <a:p>
            <a:r>
              <a:t>• Mobile apps</a:t>
            </a:r>
          </a:p>
          <a:p>
            <a:r>
              <a:t>• IoT systems</a:t>
            </a:r>
          </a:p>
          <a:p>
            <a:r>
              <a:t>• Multi‑platform businesses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