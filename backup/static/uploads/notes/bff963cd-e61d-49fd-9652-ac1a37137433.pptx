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Authentication Types – Detailed Working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In-depth Study of Authentication Methods</a:t>
            </a:r>
          </a:p>
          <a:p>
            <a:r>
              <a:t>Examples, Pros, Cons &amp; Step-by-Step Working Mechanisms</a:t>
            </a:r>
          </a:p>
          <a:p>
            <a:r>
              <a:t>Designed for 30+ Minute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Authentication?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Authentication is the process of verifying the identity of a user, device, or system.</a:t>
            </a:r>
          </a:p>
          <a:p/>
          <a:p>
            <a:r>
              <a:t>Working Overview:</a:t>
            </a:r>
          </a:p>
          <a:p>
            <a:r>
              <a:t>1. User requests access</a:t>
            </a:r>
          </a:p>
          <a:p>
            <a:r>
              <a:t>2. System asks for credentials</a:t>
            </a:r>
          </a:p>
          <a:p>
            <a:r>
              <a:t>3. Credentials are verified</a:t>
            </a:r>
          </a:p>
          <a:p>
            <a:r>
              <a:t>4. Access is granted or denied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Authentication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Something You Know</a:t>
            </a:r>
          </a:p>
          <a:p>
            <a:r>
              <a:t>- Password, PIN</a:t>
            </a:r>
          </a:p>
          <a:p/>
          <a:p>
            <a:r>
              <a:t>2. Something You Have</a:t>
            </a:r>
          </a:p>
          <a:p>
            <a:r>
              <a:t>- OTP, Token, Mobile Device</a:t>
            </a:r>
          </a:p>
          <a:p/>
          <a:p>
            <a:r>
              <a:t>3. Something You Are</a:t>
            </a:r>
          </a:p>
          <a:p>
            <a:r>
              <a:t>- Fingerprint, Face, Iris</a:t>
            </a:r>
          </a:p>
          <a:p/>
          <a:p>
            <a:r>
              <a:t>Security increases when combining multiple factors.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Knowledge-Based Authentication –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Step-by-Step Working:</a:t>
            </a:r>
          </a:p>
          <a:p>
            <a:r>
              <a:t>1. User enters username and password</a:t>
            </a:r>
          </a:p>
          <a:p>
            <a:r>
              <a:t>2. Password is encrypted (hashed)</a:t>
            </a:r>
          </a:p>
          <a:p>
            <a:r>
              <a:t>3. Server compares hash with stored hash</a:t>
            </a:r>
          </a:p>
          <a:p>
            <a:r>
              <a:t>4. If matched, authentication succeeds</a:t>
            </a:r>
          </a:p>
          <a:p/>
          <a:p>
            <a:r>
              <a:t>Examples:</a:t>
            </a:r>
          </a:p>
          <a:p>
            <a:r>
              <a:t>- Login forms</a:t>
            </a:r>
          </a:p>
          <a:p>
            <a:r>
              <a:t>- ATM PIN</a:t>
            </a:r>
          </a:p>
          <a:p/>
          <a:p>
            <a:r>
              <a:t>Pros:</a:t>
            </a:r>
          </a:p>
          <a:p>
            <a:r>
              <a:t>- Easy to implement</a:t>
            </a:r>
          </a:p>
          <a:p/>
          <a:p>
            <a:r>
              <a:t>Cons:</a:t>
            </a:r>
          </a:p>
          <a:p>
            <a:r>
              <a:t>- Vulnerable to phishing &amp; brute-force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Possession-Based Authentication –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Step-by-Step Working:</a:t>
            </a:r>
          </a:p>
          <a:p>
            <a:r>
              <a:t>1. User initiates login</a:t>
            </a:r>
          </a:p>
          <a:p>
            <a:r>
              <a:t>2. System generates a one-time code</a:t>
            </a:r>
          </a:p>
          <a:p>
            <a:r>
              <a:t>3. Code is sent to user's device</a:t>
            </a:r>
          </a:p>
          <a:p>
            <a:r>
              <a:t>4. User enters the code</a:t>
            </a:r>
          </a:p>
          <a:p>
            <a:r>
              <a:t>5. Server validates the code</a:t>
            </a:r>
          </a:p>
          <a:p/>
          <a:p>
            <a:r>
              <a:t>Examples:</a:t>
            </a:r>
          </a:p>
          <a:p>
            <a:r>
              <a:t>- SMS OTP</a:t>
            </a:r>
          </a:p>
          <a:p>
            <a:r>
              <a:t>- Authenticator apps</a:t>
            </a:r>
          </a:p>
          <a:p/>
          <a:p>
            <a:r>
              <a:t>Cons include device loss and SIM attacks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Biometric Authentication –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Step-by-Step Working:</a:t>
            </a:r>
          </a:p>
          <a:p>
            <a:r>
              <a:t>1. Biometric data is captured (fingerprint/face)</a:t>
            </a:r>
          </a:p>
          <a:p>
            <a:r>
              <a:t>2. Data is converted into a digital template</a:t>
            </a:r>
          </a:p>
          <a:p>
            <a:r>
              <a:t>3. Template is compared with stored data</a:t>
            </a:r>
          </a:p>
          <a:p>
            <a:r>
              <a:t>4. Match score is calculated</a:t>
            </a:r>
          </a:p>
          <a:p>
            <a:r>
              <a:t>5. Access is granted if threshold met</a:t>
            </a:r>
          </a:p>
          <a:p/>
          <a:p>
            <a:r>
              <a:t>Used in smartphones, airports, banks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Single-Factor Authentication –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Uses only one authentication factor.</a:t>
            </a:r>
          </a:p>
          <a:p/>
          <a:p>
            <a:r>
              <a:t>Working:</a:t>
            </a:r>
          </a:p>
          <a:p>
            <a:r>
              <a:t>1. User provides one credential</a:t>
            </a:r>
          </a:p>
          <a:p>
            <a:r>
              <a:t>2. System verifies it</a:t>
            </a:r>
          </a:p>
          <a:p>
            <a:r>
              <a:t>3. Access is granted</a:t>
            </a:r>
          </a:p>
          <a:p/>
          <a:p>
            <a:r>
              <a:t>Security is low but usability is high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Two-Factor Authentication (2FA) –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Working Flow:</a:t>
            </a:r>
          </a:p>
          <a:p>
            <a:r>
              <a:t>1. User enters password</a:t>
            </a:r>
          </a:p>
          <a:p>
            <a:r>
              <a:t>2. System verifies password</a:t>
            </a:r>
          </a:p>
          <a:p>
            <a:r>
              <a:t>3. System requests second factor (OTP)</a:t>
            </a:r>
          </a:p>
          <a:p>
            <a:r>
              <a:t>4. User enters OTP</a:t>
            </a:r>
          </a:p>
          <a:p>
            <a:r>
              <a:t>5. Access is granted</a:t>
            </a:r>
          </a:p>
          <a:p/>
          <a:p>
            <a:r>
              <a:t>Great balance of security &amp; usability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Multi-Factor Authentication (MFA) –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Working Flow:</a:t>
            </a:r>
          </a:p>
          <a:p>
            <a:r>
              <a:t>1. Password verification</a:t>
            </a:r>
          </a:p>
          <a:p>
            <a:r>
              <a:t>2. OTP or hardware token verification</a:t>
            </a:r>
          </a:p>
          <a:p>
            <a:r>
              <a:t>3. Biometric verification</a:t>
            </a:r>
          </a:p>
          <a:p>
            <a:r>
              <a:t>4. Access granted only if all succeed</a:t>
            </a:r>
          </a:p>
          <a:p/>
          <a:p>
            <a:r>
              <a:t>Used in banking, military, enterprises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Session-Based Authentication –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Step-by-Step:</a:t>
            </a:r>
          </a:p>
          <a:p>
            <a:r>
              <a:t>1. User logs in</a:t>
            </a:r>
          </a:p>
          <a:p>
            <a:r>
              <a:t>2. Server creates a session record</a:t>
            </a:r>
          </a:p>
          <a:p>
            <a:r>
              <a:t>3. Session ID sent via cookie</a:t>
            </a:r>
          </a:p>
          <a:p>
            <a:r>
              <a:t>4. Browser sends cookie with every request</a:t>
            </a:r>
          </a:p>
          <a:p>
            <a:r>
              <a:t>5. Server validates session ID</a:t>
            </a:r>
          </a:p>
          <a:p/>
          <a:p>
            <a:r>
              <a:t>Common in PHP, Django, Laravel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Token-Based Authentication (JWT) –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Step-by-Step:</a:t>
            </a:r>
          </a:p>
          <a:p>
            <a:r>
              <a:t>1. User logs in</a:t>
            </a:r>
          </a:p>
          <a:p>
            <a:r>
              <a:t>2. Server generates JWT token</a:t>
            </a:r>
          </a:p>
          <a:p>
            <a:r>
              <a:t>3. Token sent to client</a:t>
            </a:r>
          </a:p>
          <a:p>
            <a:r>
              <a:t>4. Client stores token (local storage)</a:t>
            </a:r>
          </a:p>
          <a:p>
            <a:r>
              <a:t>5. Token sent in Authorization header</a:t>
            </a:r>
          </a:p>
          <a:p>
            <a:r>
              <a:t>6. Server validates token signature</a:t>
            </a:r>
          </a:p>
          <a:p/>
          <a:p>
            <a:r>
              <a:t>Stateless &amp; scalable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OAuth 2.0 –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Step-by-Step:</a:t>
            </a:r>
          </a:p>
          <a:p>
            <a:r>
              <a:t>1. User clicks 'Login with Google'</a:t>
            </a:r>
          </a:p>
          <a:p>
            <a:r>
              <a:t>2. Redirect to Google login</a:t>
            </a:r>
          </a:p>
          <a:p>
            <a:r>
              <a:t>3. User grants permission</a:t>
            </a:r>
          </a:p>
          <a:p>
            <a:r>
              <a:t>4. Google sends authorization code</a:t>
            </a:r>
          </a:p>
          <a:p>
            <a:r>
              <a:t>5. App exchanges code for access token</a:t>
            </a:r>
          </a:p>
          <a:p>
            <a:r>
              <a:t>6. User logged in</a:t>
            </a:r>
          </a:p>
          <a:p/>
          <a:p>
            <a:r>
              <a:t>No password sharing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OpenID Connect (OIDC) –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OIDC adds identity verification to OAuth.</a:t>
            </a:r>
          </a:p>
          <a:p/>
          <a:p>
            <a:r>
              <a:t>Working:</a:t>
            </a:r>
          </a:p>
          <a:p>
            <a:r>
              <a:t>1. User authenticates via provider</a:t>
            </a:r>
          </a:p>
          <a:p>
            <a:r>
              <a:t>2. Provider issues ID Token</a:t>
            </a:r>
          </a:p>
          <a:p>
            <a:r>
              <a:t>3. ID Token contains user identity</a:t>
            </a:r>
          </a:p>
          <a:p>
            <a:r>
              <a:t>4. Application verifies ID Token</a:t>
            </a:r>
          </a:p>
          <a:p/>
          <a:p>
            <a:r>
              <a:t>Used by Google, Microsoft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Passwordless Authentication –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Step-by-Step:</a:t>
            </a:r>
          </a:p>
          <a:p>
            <a:r>
              <a:t>1. User enters email or phone</a:t>
            </a:r>
          </a:p>
          <a:p>
            <a:r>
              <a:t>2. System sends magic link or OTP</a:t>
            </a:r>
          </a:p>
          <a:p>
            <a:r>
              <a:t>3. User clicks link or enters OTP</a:t>
            </a:r>
          </a:p>
          <a:p>
            <a:r>
              <a:t>4. System verifies request</a:t>
            </a:r>
          </a:p>
          <a:p>
            <a:r>
              <a:t>5. Access granted</a:t>
            </a:r>
          </a:p>
          <a:p/>
          <a:p>
            <a:r>
              <a:t>Eliminates password risks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Certificate-Based Authentication –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Step-by-Step:</a:t>
            </a:r>
          </a:p>
          <a:p>
            <a:r>
              <a:t>1. Client presents digital certificate</a:t>
            </a:r>
          </a:p>
          <a:p>
            <a:r>
              <a:t>2. Server verifies certificate authority</a:t>
            </a:r>
          </a:p>
          <a:p>
            <a:r>
              <a:t>3. Public key is validated</a:t>
            </a:r>
          </a:p>
          <a:p>
            <a:r>
              <a:t>4. Secure connection established</a:t>
            </a:r>
          </a:p>
          <a:p/>
          <a:p>
            <a:r>
              <a:t>Used in VPNs &amp; enterprises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Behavioral Authentication –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Continuous Working:</a:t>
            </a:r>
          </a:p>
          <a:p>
            <a:r>
              <a:t>1. User behavior is monitored</a:t>
            </a:r>
          </a:p>
          <a:p>
            <a:r>
              <a:t>2. AI builds behavior profile</a:t>
            </a:r>
          </a:p>
          <a:p>
            <a:r>
              <a:t>3. Real-time behavior is compared</a:t>
            </a:r>
          </a:p>
          <a:p>
            <a:r>
              <a:t>4. Suspicious activity triggers alerts</a:t>
            </a:r>
          </a:p>
          <a:p/>
          <a:p>
            <a:r>
              <a:t>Used in fraud detection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Always use MFA</a:t>
            </a:r>
          </a:p>
          <a:p>
            <a:r>
              <a:t>• Hash and salt passwords</a:t>
            </a:r>
          </a:p>
          <a:p>
            <a:r>
              <a:t>• Use HTTPS</a:t>
            </a:r>
          </a:p>
          <a:p>
            <a:r>
              <a:t>• Rotate tokens</a:t>
            </a:r>
          </a:p>
          <a:p>
            <a:r>
              <a:t>• Educate users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Authentication is the foundation of security.</a:t>
            </a:r>
          </a:p>
          <a:p/>
          <a:p>
            <a:r>
              <a:t>Modern systems prefer:</a:t>
            </a:r>
          </a:p>
          <a:p>
            <a:r>
              <a:t>• MFA</a:t>
            </a:r>
          </a:p>
          <a:p>
            <a:r>
              <a:t>• Token-based auth</a:t>
            </a:r>
          </a:p>
          <a:p>
            <a:r>
              <a:t>• Passwordless login</a:t>
            </a:r>
          </a:p>
          <a:p/>
          <a:p>
            <a:r>
              <a:t>Choosing the right method depends on risk &amp; usability.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